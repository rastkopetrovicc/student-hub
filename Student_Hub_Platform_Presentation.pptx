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3" d="100"/>
          <a:sy n="103" d="100"/>
        </p:scale>
        <p:origin x="185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49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61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70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617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09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02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94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05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10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748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87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9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Hub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Information Technology Management</a:t>
            </a:r>
          </a:p>
          <a:p>
            <a:r>
              <a:rPr dirty="0"/>
              <a:t>University of </a:t>
            </a:r>
            <a:r>
              <a:rPr dirty="0" err="1"/>
              <a:t>Primorska</a:t>
            </a:r>
            <a:r>
              <a:rPr dirty="0"/>
              <a:t> – FAMNIT</a:t>
            </a:r>
          </a:p>
          <a:p>
            <a:r>
              <a:rPr dirty="0"/>
              <a:t>Academic Year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Andrej Stojančić – Backend Development</a:t>
            </a:r>
          </a:p>
          <a:p>
            <a:r>
              <a:t>Rastko Petrović – Frontend Development</a:t>
            </a:r>
          </a:p>
          <a:p>
            <a:r>
              <a:t>Bobo Petrović – Documentation</a:t>
            </a:r>
          </a:p>
          <a:p>
            <a:r>
              <a:t>Aleksa Radović – Quality Assurance &amp;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currently use disconnected tools for studying and communication</a:t>
            </a:r>
          </a:p>
          <a:p>
            <a:r>
              <a:t>Materials and information are scattered across multiple platforms</a:t>
            </a:r>
          </a:p>
          <a:p>
            <a:r>
              <a:t>Student Hub Platform centralizes academic life into one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study material repository</a:t>
            </a:r>
          </a:p>
          <a:p>
            <a:r>
              <a:t>Academic progress tracking</a:t>
            </a:r>
          </a:p>
          <a:p>
            <a:r>
              <a:t>Student discussion forums</a:t>
            </a:r>
          </a:p>
          <a:p>
            <a:r>
              <a:t>Event management and reminders</a:t>
            </a:r>
          </a:p>
          <a:p>
            <a:r>
              <a:t>Peer collaboration and engagement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React, Bootstrap, Axios</a:t>
            </a:r>
          </a:p>
          <a:p>
            <a:r>
              <a:t>Backend: Node.js, Express.js</a:t>
            </a:r>
          </a:p>
          <a:p>
            <a:r>
              <a:t>Database: PostgreSQL</a:t>
            </a:r>
          </a:p>
          <a:p>
            <a:r>
              <a:t>Authentication: JWT</a:t>
            </a:r>
          </a:p>
          <a:p>
            <a:r>
              <a:t>ORM: Sequelize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development process</a:t>
            </a:r>
          </a:p>
          <a:p>
            <a:r>
              <a:t>Sprint planning and task assignment</a:t>
            </a:r>
          </a:p>
          <a:p>
            <a:r>
              <a:t>Continuous testing and reviews</a:t>
            </a:r>
          </a:p>
          <a:p>
            <a:r>
              <a:t>Iterative improvement based on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– collaboration and resource sharing</a:t>
            </a:r>
          </a:p>
          <a:p>
            <a:r>
              <a:t>Student organizations – event promotion</a:t>
            </a:r>
          </a:p>
          <a:p>
            <a:r>
              <a:t>Professors – secure and reliable material sharing</a:t>
            </a:r>
          </a:p>
          <a:p>
            <a:r>
              <a:t>Tutors – concerns about shared paid materials</a:t>
            </a:r>
          </a:p>
          <a:p>
            <a:r>
              <a:t>Project team – skill development and successful 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Personas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 – first-year student needing organization</a:t>
            </a:r>
          </a:p>
          <a:p>
            <a:r>
              <a:t>Marko – senior student mentoring colleagues</a:t>
            </a:r>
          </a:p>
          <a:p>
            <a:r>
              <a:t>Sara – Erasmus student facing language barriers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&amp;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rely on Moodle, WhatsApp, Discord, and Google Drive</a:t>
            </a:r>
          </a:p>
          <a:p>
            <a:r>
              <a:t>Most requested features:</a:t>
            </a:r>
          </a:p>
          <a:p>
            <a:r>
              <a:t>• Material sharing</a:t>
            </a:r>
          </a:p>
          <a:p>
            <a:r>
              <a:t>• Discussion forums</a:t>
            </a:r>
          </a:p>
          <a:p>
            <a:r>
              <a:t>• Progress tracking</a:t>
            </a:r>
          </a:p>
          <a:p>
            <a:r>
              <a:t>• Event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and student profiles</a:t>
            </a:r>
          </a:p>
          <a:p>
            <a:r>
              <a:t>Study material upload/download</a:t>
            </a:r>
          </a:p>
          <a:p>
            <a:r>
              <a:t>Discussion forums</a:t>
            </a:r>
          </a:p>
          <a:p>
            <a:r>
              <a:t>Academic progress tracker</a:t>
            </a:r>
          </a:p>
          <a:p>
            <a:r>
              <a:t>Event management system</a:t>
            </a:r>
          </a:p>
          <a:p>
            <a:r>
              <a:t>Administrator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 Layer – React frontend</a:t>
            </a:r>
          </a:p>
          <a:p>
            <a:r>
              <a:t>Application Layer – Node.js &amp; Express backend</a:t>
            </a:r>
          </a:p>
          <a:p>
            <a:r>
              <a:t>Data Layer – PostgreSQL database</a:t>
            </a:r>
          </a:p>
          <a:p>
            <a:r>
              <a:t>Scalable and maintainable three-layer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Authentication, profiles, materials module</a:t>
            </a:r>
          </a:p>
          <a:p>
            <a:r>
              <a:t>Phase 2: Progress tracking and forums</a:t>
            </a:r>
          </a:p>
          <a:p>
            <a:r>
              <a:t>Phase 3: Event tracker and admin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Moderated usability testing sessions</a:t>
            </a:r>
          </a:p>
          <a:p>
            <a:r>
              <a:t>Tasks included registration, uploading materials, event navigation</a:t>
            </a:r>
          </a:p>
          <a:p>
            <a:r>
              <a:t>Users requested clearer upload guidance and simpler navigation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Risks: server downtime, limited resources, low engagement</a:t>
            </a:r>
          </a:p>
          <a:p>
            <a:r>
              <a:t>Future improvements:</a:t>
            </a:r>
          </a:p>
          <a:p>
            <a:r>
              <a:t>• Mobile application</a:t>
            </a:r>
          </a:p>
          <a:p>
            <a:r>
              <a:t>• AI-powered recommendations</a:t>
            </a:r>
          </a:p>
          <a:p>
            <a:r>
              <a:t>• Better notifications</a:t>
            </a:r>
          </a:p>
          <a:p>
            <a:r>
              <a:t>• University system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successfully addresses fragmented student resources</a:t>
            </a:r>
          </a:p>
          <a:p>
            <a:r>
              <a:t>Students strongly supported centralized academic tools</a:t>
            </a:r>
          </a:p>
          <a:p>
            <a:r>
              <a:t>The platform provides a scalable foundation for future development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794</TotalTime>
  <Words>375</Words>
  <Application>Microsoft Office PowerPoint</Application>
  <PresentationFormat>On-screen Show (4:3)</PresentationFormat>
  <Paragraphs>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 Light</vt:lpstr>
      <vt:lpstr>Rockwell</vt:lpstr>
      <vt:lpstr>Wingdings</vt:lpstr>
      <vt:lpstr>Atlas</vt:lpstr>
      <vt:lpstr>Student Hub Platform</vt:lpstr>
      <vt:lpstr>Team Members</vt:lpstr>
      <vt:lpstr>Project Introduction</vt:lpstr>
      <vt:lpstr>Project Goals</vt:lpstr>
      <vt:lpstr>Technology Stack</vt:lpstr>
      <vt:lpstr>Development Methodology</vt:lpstr>
      <vt:lpstr>Stakeholder Analysis</vt:lpstr>
      <vt:lpstr>User Personas</vt:lpstr>
      <vt:lpstr>Research &amp; Hypothesis Testing</vt:lpstr>
      <vt:lpstr>Main System Features</vt:lpstr>
      <vt:lpstr>System Architecture</vt:lpstr>
      <vt:lpstr>Sprint Plan</vt:lpstr>
      <vt:lpstr>User Testing</vt:lpstr>
      <vt:lpstr>Risks &amp; Future Improvements</vt:lpstr>
      <vt:lpstr>Final 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Aleksa Radović</cp:lastModifiedBy>
  <cp:revision>2</cp:revision>
  <dcterms:created xsi:type="dcterms:W3CDTF">2013-01-27T09:14:16Z</dcterms:created>
  <dcterms:modified xsi:type="dcterms:W3CDTF">2026-05-25T11:54:17Z</dcterms:modified>
  <cp:category/>
</cp:coreProperties>
</file>